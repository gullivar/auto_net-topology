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E9E12-A396-7E70-E2A0-712DFD9AE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789387-5464-B746-2675-1C8FA3813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64453F-F149-0E14-7C3D-A6E63868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8F36E-AB82-F0BC-916A-4A38BF4A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D3F39-3009-B96B-DC0F-1851C321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301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993B8-C996-A63D-D29F-2AAEE341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DFEC7-8724-7EE9-79E4-6F72A84B0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D0EA6-8244-274F-674C-C7D76C3D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78DCE-B74C-132B-49D6-E246ABAD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8BDD-C11A-F687-A23B-05262502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739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58196-1BB9-19B0-CA7A-567C4134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C6FEAF-5F38-D5D2-5CE1-6AA03F851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E8476-DC60-6930-94D3-AC6B6582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B36D84-031F-137B-EF40-89E15B38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C73D3-D32B-5A6B-402C-1149DE0D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33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434C2-A8DF-1B65-3330-CB7C39F8A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AEA422-1140-5E6C-E2F4-670A3BB00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F1B9CC-D189-F213-236C-6F7298622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4BB35-FABC-1B43-D1FC-20555271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2ECE74-0937-5283-8F0B-5885F133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773F39-F0E6-B659-A328-27CCA709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540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B67C3-C955-061E-2796-16CF780E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0F69F-2123-19A0-7A52-2A4C44923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E204A1-F241-F66D-1EF9-93EA42D84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A92E54-AB2F-478C-7EB5-728954BC4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49CBA2-59E0-CAC8-BFA7-AB4F2B9D2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C3A89E-C291-DB7F-7EC8-A5B86137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08140A-43A7-AD41-7A79-C50AF3B3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AD11DC-5ED3-4320-5B4F-811292BA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065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2B762-3B2B-2186-0847-240F9518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77F151-FCCF-BE9F-9ABB-43FC40C2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4A9AAE-634F-73EA-080D-324642BE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E1914D-D219-B0D9-C7D7-10FE6DA8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199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E0DCD7-A5B1-E1D2-5CB2-7702692E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BE7B22-755D-7B1D-521D-378B07D9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FBF510-1A44-4770-56C3-FCAD1177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786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D5801-AF37-FECF-2B52-1AB7BD84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D4CB2-4147-9D54-0D59-B5BCA18EC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6CA1D5-5D8A-6E5B-D842-05CF4EB96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65A975-0FB8-6719-B5EB-F089C510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DC5892-92CC-8351-9648-EC301F17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E63A5C-0CFE-6565-E42F-A2A1F652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997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45FB6-2DD4-16B5-1B83-AE98F81B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2AD4FD-E8A6-233F-6559-382C6FCB8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63314C-8BCA-180C-5CA7-5E785B0B4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B9A27E-2E2B-E753-48ED-0E9C69609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00C6B5-A941-2D3D-B1A6-437F57E2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A3AA22-E32F-F28C-6412-434CAE7C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171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27509-6C23-E94E-9F5C-BB90C7D9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F382B9-76BF-B1E2-C5E5-5D9968587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D011B1-B95C-8AE1-6667-BFE1C5F7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2A59A-87DC-9E16-1F29-2A32C3C0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EC2E2-1F1B-0D79-2B00-81D34343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687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EB5A6B-CBD1-DABE-3F87-3854B550A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8C2A07-9733-C0FE-CB5A-C4845A0EB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AA3433-51DE-EC30-51CE-1F771E1A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28227D-A4F4-75F2-814A-37BE2301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326F7-1537-C981-11DC-5E86536A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576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3F9732-674C-30E7-1F71-712FA673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1F39F-0870-6B6B-D22F-77531A501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19E11-578B-8BD9-989F-5FAE21A98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E8C88-E218-9144-B56D-010EAA702675}" type="datetimeFigureOut">
              <a:t>2026. 1. 9.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CBDB-4C20-600B-F073-0014015A0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13AE62-463A-5CD7-FEC2-DBF08909C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8DB0-E256-A947-8C1B-B44A17484747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331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9B85BE2-C22A-63A5-498D-93B94506B43D}"/>
              </a:ext>
            </a:extLst>
          </p:cNvPr>
          <p:cNvSpPr/>
          <p:nvPr/>
        </p:nvSpPr>
        <p:spPr>
          <a:xfrm>
            <a:off x="892366" y="694062"/>
            <a:ext cx="9864567" cy="3241834"/>
          </a:xfrm>
          <a:prstGeom prst="roundRect">
            <a:avLst>
              <a:gd name="adj" fmla="val 82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F44C3-B51F-2466-E272-8406B2350D3B}"/>
              </a:ext>
            </a:extLst>
          </p:cNvPr>
          <p:cNvSpPr txBox="1"/>
          <p:nvPr/>
        </p:nvSpPr>
        <p:spPr>
          <a:xfrm>
            <a:off x="4767869" y="509397"/>
            <a:ext cx="29353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ko-KR"/>
              <a:t>Control Zone (192.168.0.x)</a:t>
            </a:r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284116-7C36-4699-3790-3136D6CCEF6A}"/>
              </a:ext>
            </a:extLst>
          </p:cNvPr>
          <p:cNvSpPr/>
          <p:nvPr/>
        </p:nvSpPr>
        <p:spPr>
          <a:xfrm>
            <a:off x="143506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1B3532-32A7-3338-E553-0E38FDBDD6EA}"/>
              </a:ext>
            </a:extLst>
          </p:cNvPr>
          <p:cNvSpPr/>
          <p:nvPr/>
        </p:nvSpPr>
        <p:spPr>
          <a:xfrm>
            <a:off x="235017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AFC4E0-D374-CB0E-261A-271001180360}"/>
              </a:ext>
            </a:extLst>
          </p:cNvPr>
          <p:cNvSpPr/>
          <p:nvPr/>
        </p:nvSpPr>
        <p:spPr>
          <a:xfrm>
            <a:off x="326528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5EFB04-2691-36DF-7575-20CD630D375A}"/>
              </a:ext>
            </a:extLst>
          </p:cNvPr>
          <p:cNvSpPr/>
          <p:nvPr/>
        </p:nvSpPr>
        <p:spPr>
          <a:xfrm>
            <a:off x="418039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34659D-91BD-362D-F372-D30B873B5175}"/>
              </a:ext>
            </a:extLst>
          </p:cNvPr>
          <p:cNvSpPr/>
          <p:nvPr/>
        </p:nvSpPr>
        <p:spPr>
          <a:xfrm>
            <a:off x="509550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0F8EAE-ADFD-BBDF-F9AA-E52B1AA3104F}"/>
              </a:ext>
            </a:extLst>
          </p:cNvPr>
          <p:cNvSpPr/>
          <p:nvPr/>
        </p:nvSpPr>
        <p:spPr>
          <a:xfrm>
            <a:off x="601061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C2C54D-17D4-5998-7A78-AB6ADD572834}"/>
              </a:ext>
            </a:extLst>
          </p:cNvPr>
          <p:cNvSpPr/>
          <p:nvPr/>
        </p:nvSpPr>
        <p:spPr>
          <a:xfrm>
            <a:off x="692572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58C751-F07B-909C-3D0E-C20A063254EA}"/>
              </a:ext>
            </a:extLst>
          </p:cNvPr>
          <p:cNvSpPr/>
          <p:nvPr/>
        </p:nvSpPr>
        <p:spPr>
          <a:xfrm>
            <a:off x="784083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CEC691-C8ED-3E29-2320-2E5914A8FA0F}"/>
              </a:ext>
            </a:extLst>
          </p:cNvPr>
          <p:cNvSpPr/>
          <p:nvPr/>
        </p:nvSpPr>
        <p:spPr>
          <a:xfrm>
            <a:off x="875594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86917F-3D35-E1AA-3B59-A0BD71F6C81F}"/>
              </a:ext>
            </a:extLst>
          </p:cNvPr>
          <p:cNvSpPr/>
          <p:nvPr/>
        </p:nvSpPr>
        <p:spPr>
          <a:xfrm>
            <a:off x="9671057" y="96553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87E50-9D5B-3806-9965-EEFAFC704B14}"/>
              </a:ext>
            </a:extLst>
          </p:cNvPr>
          <p:cNvSpPr txBox="1"/>
          <p:nvPr/>
        </p:nvSpPr>
        <p:spPr>
          <a:xfrm>
            <a:off x="1175261" y="1307055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</a:t>
            </a:r>
            <a:br>
              <a:rPr kumimoji="1" lang="en-US" altLang="ko-KR" sz="1000"/>
            </a:br>
            <a:r>
              <a:rPr kumimoji="1" lang="en-US" altLang="ko-KR" sz="1000"/>
              <a:t>plc1</a:t>
            </a:r>
            <a:endParaRPr kumimoji="1" lang="ko-KR" altLang="en-US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912823-29F2-EAD3-0255-5BD615E22259}"/>
              </a:ext>
            </a:extLst>
          </p:cNvPr>
          <p:cNvSpPr txBox="1"/>
          <p:nvPr/>
        </p:nvSpPr>
        <p:spPr>
          <a:xfrm>
            <a:off x="2096874" y="1307055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192.168.0.2</a:t>
            </a:r>
          </a:p>
          <a:p>
            <a:pPr algn="ctr"/>
            <a:r>
              <a:rPr kumimoji="1" lang="en-US" altLang="ko-KR" sz="1000"/>
              <a:t>Window 11</a:t>
            </a:r>
            <a:endParaRPr kumimoji="1" lang="ko-KR" alt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993EF9-B660-4857-3914-6A253BC35EB6}"/>
              </a:ext>
            </a:extLst>
          </p:cNvPr>
          <p:cNvSpPr txBox="1"/>
          <p:nvPr/>
        </p:nvSpPr>
        <p:spPr>
          <a:xfrm>
            <a:off x="3016885" y="1307055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192.168.0.3</a:t>
            </a:r>
          </a:p>
          <a:p>
            <a:pPr algn="ctr"/>
            <a:r>
              <a:rPr kumimoji="1" lang="en-US" altLang="ko-KR" sz="1000"/>
              <a:t>Firewall</a:t>
            </a:r>
            <a:endParaRPr kumimoji="1" lang="ko-KR" altLang="en-US" sz="1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A2CD64-636F-5C6A-BAA0-1346FA47E9E3}"/>
              </a:ext>
            </a:extLst>
          </p:cNvPr>
          <p:cNvSpPr txBox="1"/>
          <p:nvPr/>
        </p:nvSpPr>
        <p:spPr>
          <a:xfrm>
            <a:off x="3921346" y="1307055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192.168.0.4</a:t>
            </a:r>
          </a:p>
          <a:p>
            <a:pPr algn="ctr"/>
            <a:r>
              <a:rPr kumimoji="1" lang="en-US" altLang="ko-KR" sz="1000"/>
              <a:t>siwtch</a:t>
            </a:r>
            <a:endParaRPr kumimoji="1" lang="ko-KR" altLang="en-US" sz="1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868217-AEE8-E80C-CB84-2349652BE2A2}"/>
              </a:ext>
            </a:extLst>
          </p:cNvPr>
          <p:cNvSpPr txBox="1"/>
          <p:nvPr/>
        </p:nvSpPr>
        <p:spPr>
          <a:xfrm>
            <a:off x="4780442" y="1307055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192.168.0.5</a:t>
            </a:r>
          </a:p>
          <a:p>
            <a:pPr algn="ctr"/>
            <a:r>
              <a:rPr kumimoji="1" lang="en-US" altLang="ko-KR" sz="1000"/>
              <a:t>Linux ubuntu</a:t>
            </a:r>
            <a:endParaRPr kumimoji="1" lang="ko-KR" altLang="en-US" sz="10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1608E4-1009-85CF-50BC-591ABD5EAFE7}"/>
              </a:ext>
            </a:extLst>
          </p:cNvPr>
          <p:cNvSpPr txBox="1"/>
          <p:nvPr/>
        </p:nvSpPr>
        <p:spPr>
          <a:xfrm>
            <a:off x="5731871" y="1307055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192.168.0.16</a:t>
            </a:r>
          </a:p>
          <a:p>
            <a:pPr algn="ctr"/>
            <a:r>
              <a:rPr kumimoji="1" lang="en-US" altLang="ko-KR" sz="1000"/>
              <a:t>control</a:t>
            </a:r>
            <a:endParaRPr kumimoji="1" lang="ko-KR" altLang="en-US" sz="10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E97B5E-A906-1599-3F57-6804BAC3F144}"/>
              </a:ext>
            </a:extLst>
          </p:cNvPr>
          <p:cNvSpPr txBox="1"/>
          <p:nvPr/>
        </p:nvSpPr>
        <p:spPr>
          <a:xfrm>
            <a:off x="6664546" y="1307055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192.168.0.7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06B885-DBC1-7308-0C3B-12413C8EE045}"/>
              </a:ext>
            </a:extLst>
          </p:cNvPr>
          <p:cNvSpPr txBox="1"/>
          <p:nvPr/>
        </p:nvSpPr>
        <p:spPr>
          <a:xfrm>
            <a:off x="7578946" y="1307055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192.168.0.8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6D11D4-C878-4B95-BCBA-D56A2F7575C0}"/>
              </a:ext>
            </a:extLst>
          </p:cNvPr>
          <p:cNvSpPr txBox="1"/>
          <p:nvPr/>
        </p:nvSpPr>
        <p:spPr>
          <a:xfrm>
            <a:off x="8493346" y="1307055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192.168.0.9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6E9A6F-3DB6-3193-1A0F-B83CA2E156F0}"/>
              </a:ext>
            </a:extLst>
          </p:cNvPr>
          <p:cNvSpPr txBox="1"/>
          <p:nvPr/>
        </p:nvSpPr>
        <p:spPr>
          <a:xfrm>
            <a:off x="9399408" y="1297116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192.168.0.10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E0D96B0-53AA-D37B-C021-0B7F9AD4A876}"/>
              </a:ext>
            </a:extLst>
          </p:cNvPr>
          <p:cNvSpPr/>
          <p:nvPr/>
        </p:nvSpPr>
        <p:spPr>
          <a:xfrm>
            <a:off x="1435067" y="2956951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2B42EC-8BAF-1853-F672-95347D429980}"/>
              </a:ext>
            </a:extLst>
          </p:cNvPr>
          <p:cNvSpPr/>
          <p:nvPr/>
        </p:nvSpPr>
        <p:spPr>
          <a:xfrm>
            <a:off x="143506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2284CAD-0A02-F612-5208-FD822A69B6CF}"/>
              </a:ext>
            </a:extLst>
          </p:cNvPr>
          <p:cNvSpPr/>
          <p:nvPr/>
        </p:nvSpPr>
        <p:spPr>
          <a:xfrm>
            <a:off x="235017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3E5CC76-E2A4-378F-1949-D9E7073704F1}"/>
              </a:ext>
            </a:extLst>
          </p:cNvPr>
          <p:cNvSpPr/>
          <p:nvPr/>
        </p:nvSpPr>
        <p:spPr>
          <a:xfrm>
            <a:off x="326528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EB4C15-55AA-570B-CF4B-2F1836BFB4FF}"/>
              </a:ext>
            </a:extLst>
          </p:cNvPr>
          <p:cNvSpPr/>
          <p:nvPr/>
        </p:nvSpPr>
        <p:spPr>
          <a:xfrm>
            <a:off x="4180397" y="1961242"/>
            <a:ext cx="341523" cy="3415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5649A-05F1-0C1B-8CAE-7517AED73F5A}"/>
              </a:ext>
            </a:extLst>
          </p:cNvPr>
          <p:cNvSpPr/>
          <p:nvPr/>
        </p:nvSpPr>
        <p:spPr>
          <a:xfrm>
            <a:off x="509550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CB7EF01-E00C-3DB2-1A65-E5CAD68E3C66}"/>
              </a:ext>
            </a:extLst>
          </p:cNvPr>
          <p:cNvSpPr/>
          <p:nvPr/>
        </p:nvSpPr>
        <p:spPr>
          <a:xfrm>
            <a:off x="601061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FE9EB49-63F4-2457-FE8E-840826251DA4}"/>
              </a:ext>
            </a:extLst>
          </p:cNvPr>
          <p:cNvSpPr/>
          <p:nvPr/>
        </p:nvSpPr>
        <p:spPr>
          <a:xfrm>
            <a:off x="692572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69BDE71-272E-66F5-88A6-38FFC7C83D1B}"/>
              </a:ext>
            </a:extLst>
          </p:cNvPr>
          <p:cNvSpPr/>
          <p:nvPr/>
        </p:nvSpPr>
        <p:spPr>
          <a:xfrm>
            <a:off x="7840837" y="1961242"/>
            <a:ext cx="341523" cy="34152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FE0A87E-639B-182F-712D-379EC396223F}"/>
              </a:ext>
            </a:extLst>
          </p:cNvPr>
          <p:cNvSpPr/>
          <p:nvPr/>
        </p:nvSpPr>
        <p:spPr>
          <a:xfrm>
            <a:off x="875594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7DC813D-FA5A-B649-E21E-005B13EFB047}"/>
              </a:ext>
            </a:extLst>
          </p:cNvPr>
          <p:cNvSpPr/>
          <p:nvPr/>
        </p:nvSpPr>
        <p:spPr>
          <a:xfrm>
            <a:off x="9671057" y="1961242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3C1C0B-0115-A307-BF97-D30F8D03A426}"/>
              </a:ext>
            </a:extLst>
          </p:cNvPr>
          <p:cNvSpPr txBox="1"/>
          <p:nvPr/>
        </p:nvSpPr>
        <p:spPr>
          <a:xfrm>
            <a:off x="1139995" y="2302765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192.168.0.11</a:t>
            </a:r>
            <a:br>
              <a:rPr kumimoji="1" lang="en-US" altLang="ko-KR" sz="1000"/>
            </a:br>
            <a:r>
              <a:rPr kumimoji="1" lang="en-US" altLang="ko-KR" sz="1000"/>
              <a:t>plc1</a:t>
            </a:r>
            <a:endParaRPr kumimoji="1" lang="ko-KR" altLang="en-US" sz="10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BBB50D-86A2-1BA5-C88E-CE48823D0DD9}"/>
              </a:ext>
            </a:extLst>
          </p:cNvPr>
          <p:cNvSpPr txBox="1"/>
          <p:nvPr/>
        </p:nvSpPr>
        <p:spPr>
          <a:xfrm>
            <a:off x="2067219" y="2302765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192.168.0.12</a:t>
            </a:r>
          </a:p>
          <a:p>
            <a:pPr algn="ctr"/>
            <a:r>
              <a:rPr kumimoji="1" lang="en-US" altLang="ko-KR" sz="1000"/>
              <a:t>Window 11</a:t>
            </a:r>
            <a:endParaRPr kumimoji="1" lang="ko-KR" altLang="en-US" sz="10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0E3468-8189-CDC4-8453-AAFED487B00F}"/>
              </a:ext>
            </a:extLst>
          </p:cNvPr>
          <p:cNvSpPr txBox="1"/>
          <p:nvPr/>
        </p:nvSpPr>
        <p:spPr>
          <a:xfrm>
            <a:off x="2981619" y="2302765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192.168.0.13</a:t>
            </a:r>
          </a:p>
          <a:p>
            <a:pPr algn="ctr"/>
            <a:r>
              <a:rPr kumimoji="1" lang="en-US" altLang="ko-KR" sz="1000"/>
              <a:t>Windows10</a:t>
            </a:r>
            <a:endParaRPr kumimoji="1" lang="ko-KR" altLang="en-US" sz="1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7C51B0-C93A-58D7-0493-5E62E75D669E}"/>
              </a:ext>
            </a:extLst>
          </p:cNvPr>
          <p:cNvSpPr txBox="1"/>
          <p:nvPr/>
        </p:nvSpPr>
        <p:spPr>
          <a:xfrm>
            <a:off x="3886080" y="2302765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192.168.0.14</a:t>
            </a:r>
          </a:p>
          <a:p>
            <a:pPr algn="ctr"/>
            <a:r>
              <a:rPr kumimoji="1" lang="en-US" altLang="ko-KR" sz="1000"/>
              <a:t>siwtch</a:t>
            </a:r>
            <a:endParaRPr kumimoji="1" lang="ko-KR" altLang="en-US" sz="10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B2FC6B-E84B-9889-12A0-67F06C309068}"/>
              </a:ext>
            </a:extLst>
          </p:cNvPr>
          <p:cNvSpPr txBox="1"/>
          <p:nvPr/>
        </p:nvSpPr>
        <p:spPr>
          <a:xfrm>
            <a:off x="4780442" y="2302765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192.168.0.15</a:t>
            </a:r>
          </a:p>
          <a:p>
            <a:pPr algn="ctr"/>
            <a:r>
              <a:rPr kumimoji="1" lang="en-US" altLang="ko-KR" sz="1000"/>
              <a:t>Linux ubuntu</a:t>
            </a:r>
            <a:endParaRPr kumimoji="1" lang="ko-KR" altLang="en-US" sz="1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643F93-86C8-6CB6-B231-B8426B817B71}"/>
              </a:ext>
            </a:extLst>
          </p:cNvPr>
          <p:cNvSpPr txBox="1"/>
          <p:nvPr/>
        </p:nvSpPr>
        <p:spPr>
          <a:xfrm>
            <a:off x="5731871" y="2302765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192.168.0.16</a:t>
            </a:r>
          </a:p>
          <a:p>
            <a:pPr algn="ctr"/>
            <a:r>
              <a:rPr kumimoji="1" lang="en-US" altLang="ko-KR" sz="1000"/>
              <a:t>control</a:t>
            </a:r>
            <a:endParaRPr kumimoji="1" lang="ko-KR" altLang="en-US" sz="1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BEA3B1-D2C6-B2D2-5317-7C12AA4835B1}"/>
              </a:ext>
            </a:extLst>
          </p:cNvPr>
          <p:cNvSpPr txBox="1"/>
          <p:nvPr/>
        </p:nvSpPr>
        <p:spPr>
          <a:xfrm>
            <a:off x="6629280" y="2302765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192.168.0.17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B1FBB2-E399-E13B-1D22-AB86A390DF4C}"/>
              </a:ext>
            </a:extLst>
          </p:cNvPr>
          <p:cNvSpPr txBox="1"/>
          <p:nvPr/>
        </p:nvSpPr>
        <p:spPr>
          <a:xfrm>
            <a:off x="7543680" y="2302765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192.168.0.18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A7744D-107B-0324-F3C0-1A29677E5682}"/>
              </a:ext>
            </a:extLst>
          </p:cNvPr>
          <p:cNvSpPr txBox="1"/>
          <p:nvPr/>
        </p:nvSpPr>
        <p:spPr>
          <a:xfrm>
            <a:off x="8458080" y="2302765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192.168.0.19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1651DC-615F-7D5B-85D2-213D38EFAFFD}"/>
              </a:ext>
            </a:extLst>
          </p:cNvPr>
          <p:cNvSpPr txBox="1"/>
          <p:nvPr/>
        </p:nvSpPr>
        <p:spPr>
          <a:xfrm>
            <a:off x="9399408" y="2292826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192.168.0.20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B01BF40-836C-6712-1C57-F4CC0B716173}"/>
              </a:ext>
            </a:extLst>
          </p:cNvPr>
          <p:cNvSpPr/>
          <p:nvPr/>
        </p:nvSpPr>
        <p:spPr>
          <a:xfrm>
            <a:off x="2350177" y="2956951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3E834AE-7BEB-506B-4CD2-13BD7CF8E2C4}"/>
              </a:ext>
            </a:extLst>
          </p:cNvPr>
          <p:cNvSpPr/>
          <p:nvPr/>
        </p:nvSpPr>
        <p:spPr>
          <a:xfrm>
            <a:off x="3265287" y="2956951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6FABC8A-4FC5-BDD4-215A-C9AD39831B03}"/>
              </a:ext>
            </a:extLst>
          </p:cNvPr>
          <p:cNvSpPr/>
          <p:nvPr/>
        </p:nvSpPr>
        <p:spPr>
          <a:xfrm>
            <a:off x="418039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4D2E696-E827-60F4-FC34-0A722DBB2CCA}"/>
              </a:ext>
            </a:extLst>
          </p:cNvPr>
          <p:cNvSpPr/>
          <p:nvPr/>
        </p:nvSpPr>
        <p:spPr>
          <a:xfrm>
            <a:off x="509550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BCACF52-DB40-6A07-15AD-62255833D0AB}"/>
              </a:ext>
            </a:extLst>
          </p:cNvPr>
          <p:cNvSpPr/>
          <p:nvPr/>
        </p:nvSpPr>
        <p:spPr>
          <a:xfrm>
            <a:off x="601061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EC233C7-7742-07CE-DAFE-CEA7C89784D0}"/>
              </a:ext>
            </a:extLst>
          </p:cNvPr>
          <p:cNvSpPr/>
          <p:nvPr/>
        </p:nvSpPr>
        <p:spPr>
          <a:xfrm>
            <a:off x="692572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AEDD137-8DC8-68BF-2893-ED00C6918A9B}"/>
              </a:ext>
            </a:extLst>
          </p:cNvPr>
          <p:cNvSpPr/>
          <p:nvPr/>
        </p:nvSpPr>
        <p:spPr>
          <a:xfrm>
            <a:off x="784083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7A58508-B1EF-ECD6-0BF5-48C4DB1610D4}"/>
              </a:ext>
            </a:extLst>
          </p:cNvPr>
          <p:cNvSpPr/>
          <p:nvPr/>
        </p:nvSpPr>
        <p:spPr>
          <a:xfrm>
            <a:off x="875594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2771937-9606-91EE-13FB-7B8BC9282B60}"/>
              </a:ext>
            </a:extLst>
          </p:cNvPr>
          <p:cNvSpPr/>
          <p:nvPr/>
        </p:nvSpPr>
        <p:spPr>
          <a:xfrm>
            <a:off x="9671057" y="2956951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AD61BF-77B1-89C1-42D4-B1923E7A9B21}"/>
              </a:ext>
            </a:extLst>
          </p:cNvPr>
          <p:cNvSpPr txBox="1"/>
          <p:nvPr/>
        </p:nvSpPr>
        <p:spPr>
          <a:xfrm>
            <a:off x="1139995" y="3298474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192.168.0.21</a:t>
            </a:r>
            <a:br>
              <a:rPr kumimoji="1" lang="en-US" altLang="ko-KR" sz="1000"/>
            </a:br>
            <a:r>
              <a:rPr kumimoji="1" lang="en-US" altLang="ko-KR" sz="1000"/>
              <a:t>plc1</a:t>
            </a:r>
            <a:endParaRPr kumimoji="1" lang="ko-KR" altLang="en-US" sz="10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F2E3EA-D12A-5FC6-78F1-B6850C12F837}"/>
              </a:ext>
            </a:extLst>
          </p:cNvPr>
          <p:cNvSpPr txBox="1"/>
          <p:nvPr/>
        </p:nvSpPr>
        <p:spPr>
          <a:xfrm>
            <a:off x="2067219" y="3298474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192.168.0.22</a:t>
            </a:r>
          </a:p>
          <a:p>
            <a:pPr algn="ctr"/>
            <a:r>
              <a:rPr kumimoji="1" lang="en-US" altLang="ko-KR" sz="1000"/>
              <a:t>Window 11</a:t>
            </a:r>
            <a:endParaRPr kumimoji="1" lang="ko-KR" altLang="en-US" sz="10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24CFF5-FCDF-3100-8D27-BA999B658018}"/>
              </a:ext>
            </a:extLst>
          </p:cNvPr>
          <p:cNvSpPr txBox="1"/>
          <p:nvPr/>
        </p:nvSpPr>
        <p:spPr>
          <a:xfrm>
            <a:off x="2981620" y="3298474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192.168.0.23</a:t>
            </a:r>
          </a:p>
          <a:p>
            <a:pPr algn="ctr"/>
            <a:r>
              <a:rPr kumimoji="1" lang="en-US" altLang="ko-KR" sz="1000"/>
              <a:t>Windows11</a:t>
            </a:r>
          </a:p>
        </p:txBody>
      </p:sp>
      <p:sp>
        <p:nvSpPr>
          <p:cNvPr id="206" name="모서리가 둥근 직사각형 205">
            <a:extLst>
              <a:ext uri="{FF2B5EF4-FFF2-40B4-BE49-F238E27FC236}">
                <a16:creationId xmlns:a16="http://schemas.microsoft.com/office/drawing/2014/main" id="{ED55C20D-C3BF-662A-5081-279A3A08ECE9}"/>
              </a:ext>
            </a:extLst>
          </p:cNvPr>
          <p:cNvSpPr/>
          <p:nvPr/>
        </p:nvSpPr>
        <p:spPr>
          <a:xfrm>
            <a:off x="892366" y="4793086"/>
            <a:ext cx="9864567" cy="3241834"/>
          </a:xfrm>
          <a:prstGeom prst="roundRect">
            <a:avLst>
              <a:gd name="adj" fmla="val 82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4C826B5-29BD-80C7-0110-8E77A8C1FD47}"/>
              </a:ext>
            </a:extLst>
          </p:cNvPr>
          <p:cNvSpPr txBox="1"/>
          <p:nvPr/>
        </p:nvSpPr>
        <p:spPr>
          <a:xfrm>
            <a:off x="4767869" y="4608421"/>
            <a:ext cx="26308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ko-KR"/>
              <a:t>Navi Zone (192.168.1.x)</a:t>
            </a:r>
            <a:endParaRPr kumimoji="1" lang="ko-KR" altLang="en-US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82D60777-D4F0-11B0-F350-61C2F6AD53F2}"/>
              </a:ext>
            </a:extLst>
          </p:cNvPr>
          <p:cNvSpPr/>
          <p:nvPr/>
        </p:nvSpPr>
        <p:spPr>
          <a:xfrm>
            <a:off x="143506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46A12046-BB95-391C-B584-328332DD6D85}"/>
              </a:ext>
            </a:extLst>
          </p:cNvPr>
          <p:cNvSpPr/>
          <p:nvPr/>
        </p:nvSpPr>
        <p:spPr>
          <a:xfrm>
            <a:off x="235017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74DBA2C0-15C8-7EAE-06B8-3A29EBEA18BF}"/>
              </a:ext>
            </a:extLst>
          </p:cNvPr>
          <p:cNvSpPr/>
          <p:nvPr/>
        </p:nvSpPr>
        <p:spPr>
          <a:xfrm>
            <a:off x="326528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C4B5992D-731F-73B6-482E-DA766EEE2701}"/>
              </a:ext>
            </a:extLst>
          </p:cNvPr>
          <p:cNvSpPr/>
          <p:nvPr/>
        </p:nvSpPr>
        <p:spPr>
          <a:xfrm>
            <a:off x="418039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89961FD2-82AB-BF94-C0C9-5283AA0FB867}"/>
              </a:ext>
            </a:extLst>
          </p:cNvPr>
          <p:cNvSpPr/>
          <p:nvPr/>
        </p:nvSpPr>
        <p:spPr>
          <a:xfrm>
            <a:off x="509550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B65BCFBC-6001-99CE-05B0-4D1A76BA5F42}"/>
              </a:ext>
            </a:extLst>
          </p:cNvPr>
          <p:cNvSpPr/>
          <p:nvPr/>
        </p:nvSpPr>
        <p:spPr>
          <a:xfrm>
            <a:off x="601061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51FC4F6E-C378-928E-0C3D-CFD392F2EB71}"/>
              </a:ext>
            </a:extLst>
          </p:cNvPr>
          <p:cNvSpPr/>
          <p:nvPr/>
        </p:nvSpPr>
        <p:spPr>
          <a:xfrm>
            <a:off x="692572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3D7B856D-0E4C-7FA8-8D5F-FB87136E22F4}"/>
              </a:ext>
            </a:extLst>
          </p:cNvPr>
          <p:cNvSpPr/>
          <p:nvPr/>
        </p:nvSpPr>
        <p:spPr>
          <a:xfrm>
            <a:off x="784083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36B4624-1DE6-F18F-F2C6-022380B043E7}"/>
              </a:ext>
            </a:extLst>
          </p:cNvPr>
          <p:cNvSpPr/>
          <p:nvPr/>
        </p:nvSpPr>
        <p:spPr>
          <a:xfrm>
            <a:off x="875594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11753B48-DE42-79EF-9891-850FFFAE5D0B}"/>
              </a:ext>
            </a:extLst>
          </p:cNvPr>
          <p:cNvSpPr/>
          <p:nvPr/>
        </p:nvSpPr>
        <p:spPr>
          <a:xfrm>
            <a:off x="9671057" y="506455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B12CF67-01C2-B11C-AB8B-D7096AA95002}"/>
              </a:ext>
            </a:extLst>
          </p:cNvPr>
          <p:cNvSpPr txBox="1"/>
          <p:nvPr/>
        </p:nvSpPr>
        <p:spPr>
          <a:xfrm>
            <a:off x="1175261" y="5406079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</a:t>
            </a:r>
            <a:br>
              <a:rPr kumimoji="1" lang="en-US" altLang="ko-KR" sz="1000"/>
            </a:br>
            <a:r>
              <a:rPr kumimoji="1" lang="en-US" altLang="ko-KR" sz="1000"/>
              <a:t>plc1</a:t>
            </a:r>
            <a:endParaRPr kumimoji="1" lang="ko-KR" altLang="en-US" sz="100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C8DBEA9-BBA3-E7C6-9079-5A008A331141}"/>
              </a:ext>
            </a:extLst>
          </p:cNvPr>
          <p:cNvSpPr txBox="1"/>
          <p:nvPr/>
        </p:nvSpPr>
        <p:spPr>
          <a:xfrm>
            <a:off x="2096874" y="5406079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192.168.1.2</a:t>
            </a:r>
          </a:p>
          <a:p>
            <a:pPr algn="ctr"/>
            <a:r>
              <a:rPr kumimoji="1" lang="en-US" altLang="ko-KR" sz="1000"/>
              <a:t>Window 11</a:t>
            </a:r>
            <a:endParaRPr kumimoji="1" lang="ko-KR" altLang="en-US" sz="100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9926F16-EF13-A4FA-2161-E775B7066E3B}"/>
              </a:ext>
            </a:extLst>
          </p:cNvPr>
          <p:cNvSpPr txBox="1"/>
          <p:nvPr/>
        </p:nvSpPr>
        <p:spPr>
          <a:xfrm>
            <a:off x="3016885" y="5406079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192.168.1.3</a:t>
            </a:r>
          </a:p>
          <a:p>
            <a:pPr algn="ctr"/>
            <a:r>
              <a:rPr kumimoji="1" lang="en-US" altLang="ko-KR" sz="1000"/>
              <a:t>Firewall</a:t>
            </a:r>
            <a:endParaRPr kumimoji="1" lang="ko-KR" altLang="en-US" sz="100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11D7429-670B-C5EE-57C8-0F6DD3ED27CE}"/>
              </a:ext>
            </a:extLst>
          </p:cNvPr>
          <p:cNvSpPr txBox="1"/>
          <p:nvPr/>
        </p:nvSpPr>
        <p:spPr>
          <a:xfrm>
            <a:off x="3921346" y="5406079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192.168.1.4</a:t>
            </a:r>
          </a:p>
          <a:p>
            <a:pPr algn="ctr"/>
            <a:r>
              <a:rPr kumimoji="1" lang="en-US" altLang="ko-KR" sz="1000"/>
              <a:t>siwtch</a:t>
            </a:r>
            <a:endParaRPr kumimoji="1" lang="ko-KR" altLang="en-US" sz="100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ECA8B2E-F703-D95C-38D1-52F7D8CEA49B}"/>
              </a:ext>
            </a:extLst>
          </p:cNvPr>
          <p:cNvSpPr txBox="1"/>
          <p:nvPr/>
        </p:nvSpPr>
        <p:spPr>
          <a:xfrm>
            <a:off x="4780442" y="5406079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192.168.1.5</a:t>
            </a:r>
          </a:p>
          <a:p>
            <a:pPr algn="ctr"/>
            <a:r>
              <a:rPr kumimoji="1" lang="en-US" altLang="ko-KR" sz="1000"/>
              <a:t>Linux ubuntu</a:t>
            </a:r>
            <a:endParaRPr kumimoji="1" lang="ko-KR" altLang="en-US" sz="100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7B06E2B-3F2D-517C-EC79-333958855FEE}"/>
              </a:ext>
            </a:extLst>
          </p:cNvPr>
          <p:cNvSpPr txBox="1"/>
          <p:nvPr/>
        </p:nvSpPr>
        <p:spPr>
          <a:xfrm>
            <a:off x="5731871" y="5406079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192.168.1.16</a:t>
            </a:r>
          </a:p>
          <a:p>
            <a:pPr algn="ctr"/>
            <a:r>
              <a:rPr kumimoji="1" lang="en-US" altLang="ko-KR" sz="1000"/>
              <a:t>control</a:t>
            </a:r>
            <a:endParaRPr kumimoji="1" lang="ko-KR" altLang="en-US" sz="100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02A0728-7EBA-D69F-CBFE-6633C7866366}"/>
              </a:ext>
            </a:extLst>
          </p:cNvPr>
          <p:cNvSpPr txBox="1"/>
          <p:nvPr/>
        </p:nvSpPr>
        <p:spPr>
          <a:xfrm>
            <a:off x="6664546" y="5406079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192.168.1.7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823BC6A-414B-5F85-2800-F2ED600ABF16}"/>
              </a:ext>
            </a:extLst>
          </p:cNvPr>
          <p:cNvSpPr txBox="1"/>
          <p:nvPr/>
        </p:nvSpPr>
        <p:spPr>
          <a:xfrm>
            <a:off x="7578946" y="5406079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192.168.1.8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509A93E-7548-22BA-3597-B4DC17A4F73E}"/>
              </a:ext>
            </a:extLst>
          </p:cNvPr>
          <p:cNvSpPr txBox="1"/>
          <p:nvPr/>
        </p:nvSpPr>
        <p:spPr>
          <a:xfrm>
            <a:off x="8493346" y="5406079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192.168.1.9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438BC51D-318B-F61B-5115-E99C56CF6A76}"/>
              </a:ext>
            </a:extLst>
          </p:cNvPr>
          <p:cNvSpPr txBox="1"/>
          <p:nvPr/>
        </p:nvSpPr>
        <p:spPr>
          <a:xfrm>
            <a:off x="9399408" y="5396140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192.168.1.10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9B798FC1-123D-56D4-24D7-34C6DBB6DEB8}"/>
              </a:ext>
            </a:extLst>
          </p:cNvPr>
          <p:cNvSpPr/>
          <p:nvPr/>
        </p:nvSpPr>
        <p:spPr>
          <a:xfrm>
            <a:off x="1435067" y="7055975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844230FC-D652-B153-4462-6B10745BAD75}"/>
              </a:ext>
            </a:extLst>
          </p:cNvPr>
          <p:cNvSpPr/>
          <p:nvPr/>
        </p:nvSpPr>
        <p:spPr>
          <a:xfrm>
            <a:off x="143506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B660CDF2-8494-DFBD-2E53-B9C2F2168CF6}"/>
              </a:ext>
            </a:extLst>
          </p:cNvPr>
          <p:cNvSpPr/>
          <p:nvPr/>
        </p:nvSpPr>
        <p:spPr>
          <a:xfrm>
            <a:off x="235017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FC06EA24-4762-23CF-F969-030FE76C0562}"/>
              </a:ext>
            </a:extLst>
          </p:cNvPr>
          <p:cNvSpPr/>
          <p:nvPr/>
        </p:nvSpPr>
        <p:spPr>
          <a:xfrm>
            <a:off x="326528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24EC044C-D4AE-191D-F41F-06E93CC8163E}"/>
              </a:ext>
            </a:extLst>
          </p:cNvPr>
          <p:cNvSpPr/>
          <p:nvPr/>
        </p:nvSpPr>
        <p:spPr>
          <a:xfrm>
            <a:off x="4180397" y="6060266"/>
            <a:ext cx="341523" cy="3415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EB187A50-86F0-4B2C-D585-0651477B24FF}"/>
              </a:ext>
            </a:extLst>
          </p:cNvPr>
          <p:cNvSpPr/>
          <p:nvPr/>
        </p:nvSpPr>
        <p:spPr>
          <a:xfrm>
            <a:off x="509550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D846841E-D215-0F0F-5492-7FE0C6F563DA}"/>
              </a:ext>
            </a:extLst>
          </p:cNvPr>
          <p:cNvSpPr/>
          <p:nvPr/>
        </p:nvSpPr>
        <p:spPr>
          <a:xfrm>
            <a:off x="601061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C5ED3C4C-5F6C-8F3A-FBCC-41914FE38EE6}"/>
              </a:ext>
            </a:extLst>
          </p:cNvPr>
          <p:cNvSpPr/>
          <p:nvPr/>
        </p:nvSpPr>
        <p:spPr>
          <a:xfrm>
            <a:off x="692572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A442BAF-1B79-BF1F-1974-49CE3313C98E}"/>
              </a:ext>
            </a:extLst>
          </p:cNvPr>
          <p:cNvSpPr/>
          <p:nvPr/>
        </p:nvSpPr>
        <p:spPr>
          <a:xfrm>
            <a:off x="784083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7DC26940-ECDB-F140-41DC-F5BB1EEEEC3E}"/>
              </a:ext>
            </a:extLst>
          </p:cNvPr>
          <p:cNvSpPr/>
          <p:nvPr/>
        </p:nvSpPr>
        <p:spPr>
          <a:xfrm>
            <a:off x="875594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371626B-A543-44AE-D09B-8CC7CF109EA4}"/>
              </a:ext>
            </a:extLst>
          </p:cNvPr>
          <p:cNvSpPr/>
          <p:nvPr/>
        </p:nvSpPr>
        <p:spPr>
          <a:xfrm>
            <a:off x="9671057" y="6060266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3FF54EF-B357-E2AF-2737-BAB7509FFFA2}"/>
              </a:ext>
            </a:extLst>
          </p:cNvPr>
          <p:cNvSpPr txBox="1"/>
          <p:nvPr/>
        </p:nvSpPr>
        <p:spPr>
          <a:xfrm>
            <a:off x="1139995" y="6401789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192.168.1.11</a:t>
            </a:r>
            <a:br>
              <a:rPr kumimoji="1" lang="en-US" altLang="ko-KR" sz="1000"/>
            </a:br>
            <a:r>
              <a:rPr kumimoji="1" lang="en-US" altLang="ko-KR" sz="1000"/>
              <a:t>plc1</a:t>
            </a:r>
            <a:endParaRPr kumimoji="1" lang="ko-KR" altLang="en-US" sz="100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D95C217-9F8C-DDB3-4427-70FEF53FEB48}"/>
              </a:ext>
            </a:extLst>
          </p:cNvPr>
          <p:cNvSpPr txBox="1"/>
          <p:nvPr/>
        </p:nvSpPr>
        <p:spPr>
          <a:xfrm>
            <a:off x="2067219" y="6401789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192.168.1.12</a:t>
            </a:r>
          </a:p>
          <a:p>
            <a:pPr algn="ctr"/>
            <a:r>
              <a:rPr kumimoji="1" lang="en-US" altLang="ko-KR" sz="1000"/>
              <a:t>Window 11</a:t>
            </a:r>
            <a:endParaRPr kumimoji="1" lang="ko-KR" altLang="en-US" sz="100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32766BC8-B740-61ED-BCA4-F86C86B89F61}"/>
              </a:ext>
            </a:extLst>
          </p:cNvPr>
          <p:cNvSpPr txBox="1"/>
          <p:nvPr/>
        </p:nvSpPr>
        <p:spPr>
          <a:xfrm>
            <a:off x="2981619" y="6401789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192.168.1.13</a:t>
            </a:r>
          </a:p>
          <a:p>
            <a:pPr algn="ctr"/>
            <a:r>
              <a:rPr kumimoji="1" lang="en-US" altLang="ko-KR" sz="1000"/>
              <a:t>Windows10</a:t>
            </a:r>
            <a:endParaRPr kumimoji="1" lang="ko-KR" altLang="en-US" sz="100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E0A1B7A-0EB8-1470-4D48-30A7C4246083}"/>
              </a:ext>
            </a:extLst>
          </p:cNvPr>
          <p:cNvSpPr txBox="1"/>
          <p:nvPr/>
        </p:nvSpPr>
        <p:spPr>
          <a:xfrm>
            <a:off x="3886080" y="6401789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192.168.1.14</a:t>
            </a:r>
          </a:p>
          <a:p>
            <a:pPr algn="ctr"/>
            <a:r>
              <a:rPr kumimoji="1" lang="en-US" altLang="ko-KR" sz="1000"/>
              <a:t>siwtch</a:t>
            </a:r>
            <a:endParaRPr kumimoji="1" lang="ko-KR" altLang="en-US" sz="100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DDE3511-A8A0-B71E-4812-4B672E95B93C}"/>
              </a:ext>
            </a:extLst>
          </p:cNvPr>
          <p:cNvSpPr txBox="1"/>
          <p:nvPr/>
        </p:nvSpPr>
        <p:spPr>
          <a:xfrm>
            <a:off x="4780442" y="6401789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192.168.1.15</a:t>
            </a:r>
          </a:p>
          <a:p>
            <a:pPr algn="ctr"/>
            <a:r>
              <a:rPr kumimoji="1" lang="en-US" altLang="ko-KR" sz="1000"/>
              <a:t>Linux ubuntu</a:t>
            </a:r>
            <a:endParaRPr kumimoji="1" lang="ko-KR" altLang="en-US" sz="100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6372C85-7DC5-423F-FBAA-06073E8B02F4}"/>
              </a:ext>
            </a:extLst>
          </p:cNvPr>
          <p:cNvSpPr txBox="1"/>
          <p:nvPr/>
        </p:nvSpPr>
        <p:spPr>
          <a:xfrm>
            <a:off x="5731871" y="6401789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192.168.1.16</a:t>
            </a:r>
          </a:p>
          <a:p>
            <a:pPr algn="ctr"/>
            <a:r>
              <a:rPr kumimoji="1" lang="en-US" altLang="ko-KR" sz="1000"/>
              <a:t>control</a:t>
            </a:r>
            <a:endParaRPr kumimoji="1" lang="ko-KR" altLang="en-US" sz="10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75DF261-DD8A-3C07-DB7F-CBE9FCCD0EF5}"/>
              </a:ext>
            </a:extLst>
          </p:cNvPr>
          <p:cNvSpPr txBox="1"/>
          <p:nvPr/>
        </p:nvSpPr>
        <p:spPr>
          <a:xfrm>
            <a:off x="6629280" y="6401789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192.168.1.17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E7C4E3E-6F31-225D-EB9C-D3DA70E59188}"/>
              </a:ext>
            </a:extLst>
          </p:cNvPr>
          <p:cNvSpPr txBox="1"/>
          <p:nvPr/>
        </p:nvSpPr>
        <p:spPr>
          <a:xfrm>
            <a:off x="7543680" y="6401789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192.168.1.18</a:t>
            </a:r>
          </a:p>
          <a:p>
            <a:pPr algn="ctr"/>
            <a:r>
              <a:rPr kumimoji="1" lang="en-US" altLang="ko-KR" sz="1000"/>
              <a:t>plc</a:t>
            </a:r>
            <a:endParaRPr kumimoji="1" lang="ko-KR" altLang="en-US" sz="100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465E60A-038E-732A-D854-CEF5FE0D60F7}"/>
              </a:ext>
            </a:extLst>
          </p:cNvPr>
          <p:cNvSpPr txBox="1"/>
          <p:nvPr/>
        </p:nvSpPr>
        <p:spPr>
          <a:xfrm>
            <a:off x="8458080" y="6401789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192.168.1.19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5AC74F8-84BA-82D1-48AB-BE9DCD25ABC9}"/>
              </a:ext>
            </a:extLst>
          </p:cNvPr>
          <p:cNvSpPr txBox="1"/>
          <p:nvPr/>
        </p:nvSpPr>
        <p:spPr>
          <a:xfrm>
            <a:off x="9399408" y="6391850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192.168.1.20</a:t>
            </a:r>
          </a:p>
          <a:p>
            <a:pPr algn="ctr"/>
            <a:r>
              <a:rPr kumimoji="1" lang="en-US" altLang="ko-KR" sz="1000"/>
              <a:t>windows</a:t>
            </a:r>
            <a:endParaRPr kumimoji="1" lang="ko-KR" altLang="en-US" sz="1000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722D2DFF-1C60-96EB-A1EC-371F8E16F1E9}"/>
              </a:ext>
            </a:extLst>
          </p:cNvPr>
          <p:cNvSpPr/>
          <p:nvPr/>
        </p:nvSpPr>
        <p:spPr>
          <a:xfrm>
            <a:off x="2350177" y="7055975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55DF8AF6-DDAA-0952-383E-B04C7B8CF018}"/>
              </a:ext>
            </a:extLst>
          </p:cNvPr>
          <p:cNvSpPr/>
          <p:nvPr/>
        </p:nvSpPr>
        <p:spPr>
          <a:xfrm>
            <a:off x="3265287" y="7055975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312B8D56-882F-4A64-5311-52B35E89217A}"/>
              </a:ext>
            </a:extLst>
          </p:cNvPr>
          <p:cNvSpPr/>
          <p:nvPr/>
        </p:nvSpPr>
        <p:spPr>
          <a:xfrm>
            <a:off x="4180397" y="7055975"/>
            <a:ext cx="341523" cy="3415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8AF0DBC1-B8C6-5746-4FD8-483882B75D83}"/>
              </a:ext>
            </a:extLst>
          </p:cNvPr>
          <p:cNvSpPr/>
          <p:nvPr/>
        </p:nvSpPr>
        <p:spPr>
          <a:xfrm>
            <a:off x="5095507" y="7055975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C839A9FA-0F37-1D5B-515B-0FFA2B859756}"/>
              </a:ext>
            </a:extLst>
          </p:cNvPr>
          <p:cNvSpPr/>
          <p:nvPr/>
        </p:nvSpPr>
        <p:spPr>
          <a:xfrm>
            <a:off x="6010617" y="7055975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55DF5C8C-7B85-5D7C-9BBC-9B49AFBAED46}"/>
              </a:ext>
            </a:extLst>
          </p:cNvPr>
          <p:cNvSpPr/>
          <p:nvPr/>
        </p:nvSpPr>
        <p:spPr>
          <a:xfrm>
            <a:off x="6925727" y="7055975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A50DA042-85A0-BE2A-93EB-F6487E55F9FE}"/>
              </a:ext>
            </a:extLst>
          </p:cNvPr>
          <p:cNvSpPr/>
          <p:nvPr/>
        </p:nvSpPr>
        <p:spPr>
          <a:xfrm>
            <a:off x="7840837" y="7055975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3D7FA01B-8C6E-01FA-5E0B-6C50924A9FBE}"/>
              </a:ext>
            </a:extLst>
          </p:cNvPr>
          <p:cNvSpPr/>
          <p:nvPr/>
        </p:nvSpPr>
        <p:spPr>
          <a:xfrm>
            <a:off x="8755947" y="7055975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9093F63C-BA4E-1E0D-9A3E-173425E6927D}"/>
              </a:ext>
            </a:extLst>
          </p:cNvPr>
          <p:cNvSpPr/>
          <p:nvPr/>
        </p:nvSpPr>
        <p:spPr>
          <a:xfrm>
            <a:off x="9671057" y="7055975"/>
            <a:ext cx="341523" cy="3415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EB20EA0-D7DC-3BA7-CF2C-BA11BD159DDE}"/>
              </a:ext>
            </a:extLst>
          </p:cNvPr>
          <p:cNvSpPr txBox="1"/>
          <p:nvPr/>
        </p:nvSpPr>
        <p:spPr>
          <a:xfrm>
            <a:off x="1139995" y="7397498"/>
            <a:ext cx="90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192.168.1.21</a:t>
            </a:r>
            <a:br>
              <a:rPr kumimoji="1" lang="en-US" altLang="ko-KR" sz="1000"/>
            </a:br>
            <a:r>
              <a:rPr kumimoji="1" lang="en-US" altLang="ko-KR" sz="1000"/>
              <a:t>plc1</a:t>
            </a:r>
            <a:endParaRPr kumimoji="1" lang="ko-KR" altLang="en-US" sz="100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2070456-7D6C-0C0B-CC92-7F5BB6F02FE0}"/>
              </a:ext>
            </a:extLst>
          </p:cNvPr>
          <p:cNvSpPr txBox="1"/>
          <p:nvPr/>
        </p:nvSpPr>
        <p:spPr>
          <a:xfrm>
            <a:off x="2067219" y="7397498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192.168.1.22</a:t>
            </a:r>
          </a:p>
          <a:p>
            <a:pPr algn="ctr"/>
            <a:r>
              <a:rPr kumimoji="1" lang="en-US" altLang="ko-KR" sz="1000"/>
              <a:t>Window 11</a:t>
            </a:r>
            <a:endParaRPr kumimoji="1" lang="ko-KR" altLang="en-US" sz="100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8B9CDB7-08D2-304C-C030-8C33680943B2}"/>
              </a:ext>
            </a:extLst>
          </p:cNvPr>
          <p:cNvSpPr txBox="1"/>
          <p:nvPr/>
        </p:nvSpPr>
        <p:spPr>
          <a:xfrm>
            <a:off x="2981620" y="7397498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192.168.1.23</a:t>
            </a:r>
          </a:p>
          <a:p>
            <a:pPr algn="ctr"/>
            <a:r>
              <a:rPr kumimoji="1" lang="en-US" altLang="ko-KR" sz="1000"/>
              <a:t>Windows11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A314D8F-9525-ACF2-D38D-AEEB4C645305}"/>
              </a:ext>
            </a:extLst>
          </p:cNvPr>
          <p:cNvSpPr txBox="1"/>
          <p:nvPr/>
        </p:nvSpPr>
        <p:spPr>
          <a:xfrm>
            <a:off x="3896020" y="7397498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/>
              <a:t>192.168.1.24</a:t>
            </a:r>
          </a:p>
          <a:p>
            <a:pPr algn="ctr"/>
            <a:r>
              <a:rPr kumimoji="1" lang="en-US" altLang="ko-KR" sz="1000"/>
              <a:t>Windows11</a:t>
            </a:r>
          </a:p>
        </p:txBody>
      </p:sp>
    </p:spTree>
    <p:extLst>
      <p:ext uri="{BB962C8B-B14F-4D97-AF65-F5344CB8AC3E}">
        <p14:creationId xmlns:p14="http://schemas.microsoft.com/office/powerpoint/2010/main" val="288848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124</Words>
  <Application>Microsoft Macintosh PowerPoint</Application>
  <PresentationFormat>와이드스크린</PresentationFormat>
  <Paragraphs>90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엔피코어</dc:creator>
  <cp:lastModifiedBy>엔피코어</cp:lastModifiedBy>
  <cp:revision>1</cp:revision>
  <dcterms:created xsi:type="dcterms:W3CDTF">2026-01-09T06:28:04Z</dcterms:created>
  <dcterms:modified xsi:type="dcterms:W3CDTF">2026-01-09T08:29:47Z</dcterms:modified>
</cp:coreProperties>
</file>